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5" d="100"/>
          <a:sy n="75" d="100"/>
        </p:scale>
        <p:origin x="540"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28FA92B-EE7A-45D6-8A02-3C0279E90ECE}"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2451595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8FA92B-EE7A-45D6-8A02-3C0279E90ECE}"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3570368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28FA92B-EE7A-45D6-8A02-3C0279E90ECE}"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2283167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28FA92B-EE7A-45D6-8A02-3C0279E90ECE}"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3741636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28FA92B-EE7A-45D6-8A02-3C0279E90ECE}" type="datetimeFigureOut">
              <a:rPr lang="en-US" smtClean="0"/>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3276298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8FA92B-EE7A-45D6-8A02-3C0279E90ECE}" type="datetimeFigureOut">
              <a:rPr lang="en-US" smtClean="0"/>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2991843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8FA92B-EE7A-45D6-8A02-3C0279E90ECE}" type="datetimeFigureOut">
              <a:rPr lang="en-US" smtClean="0"/>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1980966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28FA92B-EE7A-45D6-8A02-3C0279E90ECE}"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2094690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28FA92B-EE7A-45D6-8A02-3C0279E90ECE}"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3565113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8FA92B-EE7A-45D6-8A02-3C0279E90ECE}"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4292854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8FA92B-EE7A-45D6-8A02-3C0279E90ECE}"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714084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8FA92B-EE7A-45D6-8A02-3C0279E90ECE}" type="datetimeFigureOut">
              <a:rPr lang="en-US" smtClean="0"/>
              <a:t>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15D156-DB9D-40DF-BDC2-646A62EA140A}" type="slidenum">
              <a:rPr lang="en-US" smtClean="0"/>
              <a:t>‹#›</a:t>
            </a:fld>
            <a:endParaRPr lang="en-US"/>
          </a:p>
        </p:txBody>
      </p:sp>
    </p:spTree>
    <p:extLst>
      <p:ext uri="{BB962C8B-B14F-4D97-AF65-F5344CB8AC3E}">
        <p14:creationId xmlns:p14="http://schemas.microsoft.com/office/powerpoint/2010/main" val="3937682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3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13800" b="1" dirty="0">
                <a:solidFill>
                  <a:schemeClr val="accent6">
                    <a:lumMod val="50000"/>
                  </a:schemeClr>
                </a:solidFill>
                <a:effectLst>
                  <a:glow rad="101600">
                    <a:schemeClr val="accent6">
                      <a:satMod val="175000"/>
                      <a:alpha val="40000"/>
                    </a:schemeClr>
                  </a:glow>
                  <a:outerShdw dist="38100" dir="2700000" algn="bl">
                    <a:schemeClr val="accent5"/>
                  </a:outerShdw>
                </a:effectLst>
                <a:latin typeface="Brush Script MT" panose="03060802040406070304" pitchFamily="66" charset="0"/>
              </a:rPr>
              <a:t>User</a:t>
            </a:r>
            <a:r>
              <a:rPr lang="en-US" b="1" dirty="0">
                <a:solidFill>
                  <a:schemeClr val="accent6">
                    <a:lumMod val="50000"/>
                  </a:schemeClr>
                </a:solidFill>
                <a:effectLst>
                  <a:glow rad="228600">
                    <a:schemeClr val="accent6">
                      <a:satMod val="175000"/>
                      <a:alpha val="40000"/>
                    </a:schemeClr>
                  </a:glow>
                  <a:outerShdw dist="38100" dir="2700000" algn="bl">
                    <a:schemeClr val="accent5"/>
                  </a:outerShdw>
                </a:effectLst>
              </a:rPr>
              <a:t> </a:t>
            </a:r>
            <a:r>
              <a:rPr lang="en-US" b="1" dirty="0">
                <a:solidFill>
                  <a:schemeClr val="accent6">
                    <a:lumMod val="50000"/>
                  </a:schemeClr>
                </a:solidFill>
                <a:effectLst>
                  <a:glow rad="228600">
                    <a:schemeClr val="accent6">
                      <a:satMod val="175000"/>
                      <a:alpha val="40000"/>
                    </a:schemeClr>
                  </a:glow>
                  <a:outerShdw dist="38100" dir="2700000" algn="bl">
                    <a:schemeClr val="accent5"/>
                  </a:outerShdw>
                </a:effectLst>
              </a:rPr>
              <a:t> </a:t>
            </a:r>
            <a:r>
              <a:rPr lang="en-US" sz="5400" b="1" dirty="0" smtClean="0">
                <a:solidFill>
                  <a:schemeClr val="accent6">
                    <a:lumMod val="75000"/>
                  </a:schemeClr>
                </a:solidFill>
                <a:latin typeface="Algerian" panose="04020705040A02060702" pitchFamily="82" charset="0"/>
              </a:rPr>
              <a:t>Guide</a:t>
            </a:r>
            <a:endParaRPr lang="en-US" sz="5400" dirty="0">
              <a:solidFill>
                <a:schemeClr val="accent6">
                  <a:lumMod val="75000"/>
                </a:schemeClr>
              </a:solidFill>
              <a:latin typeface="Algerian" panose="04020705040A02060702" pitchFamily="82" charset="0"/>
            </a:endParaRPr>
          </a:p>
        </p:txBody>
      </p:sp>
      <p:sp>
        <p:nvSpPr>
          <p:cNvPr id="4" name="Subtitle 3"/>
          <p:cNvSpPr>
            <a:spLocks noGrp="1"/>
          </p:cNvSpPr>
          <p:nvPr>
            <p:ph type="subTitle" idx="1"/>
          </p:nvPr>
        </p:nvSpPr>
        <p:spPr/>
        <p:txBody>
          <a:bodyPr>
            <a:normAutofit/>
          </a:bodyPr>
          <a:lstStyle/>
          <a:p>
            <a:r>
              <a:rPr lang="en-US" sz="3600" dirty="0" smtClean="0">
                <a:solidFill>
                  <a:schemeClr val="tx1">
                    <a:lumMod val="95000"/>
                    <a:lumOff val="5000"/>
                  </a:schemeClr>
                </a:solidFill>
              </a:rPr>
              <a:t>NationalPark-Explorer</a:t>
            </a:r>
            <a:endParaRPr lang="en-US" sz="3600" dirty="0">
              <a:solidFill>
                <a:schemeClr val="tx1">
                  <a:lumMod val="95000"/>
                  <a:lumOff val="5000"/>
                </a:schemeClr>
              </a:solidFill>
            </a:endParaRPr>
          </a:p>
        </p:txBody>
      </p:sp>
    </p:spTree>
    <p:extLst>
      <p:ext uri="{BB962C8B-B14F-4D97-AF65-F5344CB8AC3E}">
        <p14:creationId xmlns:p14="http://schemas.microsoft.com/office/powerpoint/2010/main" val="2605282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3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flipH="1" flipV="1">
            <a:off x="673100" y="319406"/>
            <a:ext cx="165100" cy="45719"/>
          </a:xfrm>
        </p:spPr>
        <p:txBody>
          <a:bodyPr>
            <a:noAutofit/>
          </a:bodyPr>
          <a:lstStyle/>
          <a:p>
            <a:r>
              <a:rPr lang="en-US" sz="100" dirty="0" smtClean="0"/>
              <a:t>.</a:t>
            </a:r>
            <a:endParaRPr lang="en-US" sz="100" dirty="0"/>
          </a:p>
        </p:txBody>
      </p:sp>
      <p:sp>
        <p:nvSpPr>
          <p:cNvPr id="3" name="Content Placeholder 2"/>
          <p:cNvSpPr>
            <a:spLocks noGrp="1"/>
          </p:cNvSpPr>
          <p:nvPr>
            <p:ph idx="1"/>
          </p:nvPr>
        </p:nvSpPr>
        <p:spPr>
          <a:xfrm>
            <a:off x="838200" y="812800"/>
            <a:ext cx="10515600" cy="5364163"/>
          </a:xfrm>
        </p:spPr>
        <p:txBody>
          <a:bodyPr/>
          <a:lstStyle/>
          <a:p>
            <a:pPr marL="0" indent="0">
              <a:buNone/>
            </a:pPr>
            <a:r>
              <a:rPr lang="en-US" sz="3600" b="1" u="sng" dirty="0">
                <a:latin typeface="Agency FB" panose="020B0503020202020204" pitchFamily="34" charset="0"/>
              </a:rPr>
              <a:t>Purpose of the User </a:t>
            </a:r>
            <a:r>
              <a:rPr lang="en-US" sz="3600" b="1" u="sng" dirty="0" smtClean="0">
                <a:latin typeface="Agency FB" panose="020B0503020202020204" pitchFamily="34" charset="0"/>
              </a:rPr>
              <a:t>Guide</a:t>
            </a:r>
          </a:p>
          <a:p>
            <a:pPr marL="0" indent="0">
              <a:buNone/>
            </a:pPr>
            <a:endParaRPr lang="en-US" sz="1000" b="1" u="sng" dirty="0">
              <a:latin typeface="Agency FB" panose="020B0503020202020204" pitchFamily="34" charset="0"/>
            </a:endParaRPr>
          </a:p>
          <a:p>
            <a:pPr marL="0" indent="0">
              <a:buNone/>
            </a:pPr>
            <a:r>
              <a:rPr lang="en-US" sz="2000" dirty="0">
                <a:latin typeface="Arial Narrow" panose="020B0606020202030204" pitchFamily="34" charset="0"/>
              </a:rPr>
              <a:t>This user guide is intended to help users understand how to interact with the </a:t>
            </a:r>
            <a:r>
              <a:rPr lang="en-US" sz="2000" i="1" dirty="0">
                <a:latin typeface="Arial Narrow" panose="020B0606020202030204" pitchFamily="34" charset="0"/>
              </a:rPr>
              <a:t>National Parks of Pakistan</a:t>
            </a:r>
            <a:r>
              <a:rPr lang="en-US" sz="2000" dirty="0">
                <a:latin typeface="Arial Narrow" panose="020B0606020202030204" pitchFamily="34" charset="0"/>
              </a:rPr>
              <a:t> website and make effective use of the information provided. It explains the flow of the website, the role of each section, and how users can explore content smoothly without any technical </a:t>
            </a:r>
            <a:r>
              <a:rPr lang="en-US" sz="2000" dirty="0" smtClean="0">
                <a:latin typeface="Arial Narrow" panose="020B0606020202030204" pitchFamily="34" charset="0"/>
              </a:rPr>
              <a:t>knowledge.</a:t>
            </a:r>
          </a:p>
          <a:p>
            <a:pPr marL="0" indent="0">
              <a:buNone/>
            </a:pPr>
            <a:r>
              <a:rPr lang="en-US" sz="3600" b="1" u="sng" dirty="0" smtClean="0">
                <a:latin typeface="Agency FB" panose="020B0503020202020204" pitchFamily="34" charset="0"/>
              </a:rPr>
              <a:t>Starting the Website</a:t>
            </a:r>
          </a:p>
          <a:p>
            <a:pPr marL="0" indent="0">
              <a:buNone/>
            </a:pPr>
            <a:endParaRPr lang="en-US" sz="1050" b="1" u="sng" dirty="0" smtClean="0">
              <a:latin typeface="Agency FB" panose="020B0503020202020204" pitchFamily="34" charset="0"/>
            </a:endParaRPr>
          </a:p>
          <a:p>
            <a:pPr marL="0" indent="0">
              <a:buNone/>
            </a:pPr>
            <a:r>
              <a:rPr lang="en-US" sz="2000" dirty="0" smtClean="0"/>
              <a:t>When </a:t>
            </a:r>
            <a:r>
              <a:rPr lang="en-US" sz="2000" dirty="0"/>
              <a:t>the website is opened, the </a:t>
            </a:r>
            <a:r>
              <a:rPr lang="en-US" sz="2000" b="1" dirty="0"/>
              <a:t>Home page</a:t>
            </a:r>
            <a:r>
              <a:rPr lang="en-US" sz="2000" dirty="0"/>
              <a:t> is displayed as the main entry point. This page introduces the theme of national parks and sets the overall context of the website. It helps users understand that the platform is dedicated to providing information about Pakistan’s natural parks, wildlife, and cultural </a:t>
            </a:r>
            <a:r>
              <a:rPr lang="en-US" sz="2000" dirty="0" smtClean="0"/>
              <a:t>importance. The </a:t>
            </a:r>
            <a:r>
              <a:rPr lang="en-US" sz="2000" dirty="0"/>
              <a:t>homepage also acts as a navigation hub, allowing users to move to other sections easily.</a:t>
            </a:r>
          </a:p>
          <a:p>
            <a:pPr marL="0" indent="0">
              <a:buNone/>
            </a:pPr>
            <a:endParaRPr lang="en-US" sz="2000" dirty="0">
              <a:latin typeface="Arial Narrow" panose="020B0606020202030204" pitchFamily="34" charset="0"/>
            </a:endParaRPr>
          </a:p>
          <a:p>
            <a:endParaRPr lang="en-US" dirty="0"/>
          </a:p>
        </p:txBody>
      </p:sp>
    </p:spTree>
    <p:extLst>
      <p:ext uri="{BB962C8B-B14F-4D97-AF65-F5344CB8AC3E}">
        <p14:creationId xmlns:p14="http://schemas.microsoft.com/office/powerpoint/2010/main" val="1872296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3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7000"/>
            <a:ext cx="10515600" cy="6049963"/>
          </a:xfrm>
        </p:spPr>
        <p:txBody>
          <a:bodyPr/>
          <a:lstStyle/>
          <a:p>
            <a:pPr marL="0" indent="0">
              <a:buNone/>
            </a:pPr>
            <a:r>
              <a:rPr lang="en-US" b="1" u="sng" dirty="0"/>
              <a:t>Navigation and Website Flow</a:t>
            </a:r>
          </a:p>
          <a:p>
            <a:pPr marL="0" indent="0">
              <a:buNone/>
            </a:pPr>
            <a:r>
              <a:rPr lang="en-US" dirty="0"/>
              <a:t>A navigation bar is consistently available on all pages of the website. This ensures that users can move between sections at any time without confusion.</a:t>
            </a:r>
          </a:p>
          <a:p>
            <a:pPr marL="0" indent="0">
              <a:buNone/>
            </a:pPr>
            <a:r>
              <a:rPr lang="en-US" dirty="0"/>
              <a:t>The navigation menu allows users to:</a:t>
            </a:r>
          </a:p>
          <a:p>
            <a:r>
              <a:rPr lang="en-US" dirty="0"/>
              <a:t>Return to the Home page at any moment</a:t>
            </a:r>
          </a:p>
          <a:p>
            <a:r>
              <a:rPr lang="en-US" dirty="0"/>
              <a:t>Browse national parks</a:t>
            </a:r>
          </a:p>
          <a:p>
            <a:r>
              <a:rPr lang="en-US" dirty="0"/>
              <a:t>View events and festivals</a:t>
            </a:r>
          </a:p>
          <a:p>
            <a:r>
              <a:rPr lang="en-US" dirty="0"/>
              <a:t>Learn about the project</a:t>
            </a:r>
          </a:p>
          <a:p>
            <a:r>
              <a:rPr lang="en-US" dirty="0"/>
              <a:t>Access contact and interaction pages</a:t>
            </a:r>
          </a:p>
          <a:p>
            <a:pPr marL="0" indent="0">
              <a:buNone/>
            </a:pPr>
            <a:r>
              <a:rPr lang="en-US" dirty="0"/>
              <a:t>This consistent layout improves usability and makes the website easy to explore even for first-time users</a:t>
            </a:r>
          </a:p>
          <a:p>
            <a:pPr marL="0" indent="0">
              <a:buNone/>
            </a:pPr>
            <a:endParaRPr lang="en-US" dirty="0"/>
          </a:p>
        </p:txBody>
      </p:sp>
      <p:sp>
        <p:nvSpPr>
          <p:cNvPr id="4" name="Title 3"/>
          <p:cNvSpPr>
            <a:spLocks noGrp="1"/>
          </p:cNvSpPr>
          <p:nvPr>
            <p:ph type="title"/>
          </p:nvPr>
        </p:nvSpPr>
        <p:spPr>
          <a:xfrm flipH="1">
            <a:off x="0" y="0"/>
            <a:ext cx="45719" cy="498475"/>
          </a:xfrm>
        </p:spPr>
        <p:txBody>
          <a:bodyPr>
            <a:noAutofit/>
          </a:bodyPr>
          <a:lstStyle/>
          <a:p>
            <a:r>
              <a:rPr lang="en-US" sz="100" dirty="0" smtClean="0"/>
              <a:t>.</a:t>
            </a:r>
            <a:endParaRPr lang="en-US" sz="100" dirty="0"/>
          </a:p>
        </p:txBody>
      </p:sp>
    </p:spTree>
    <p:extLst>
      <p:ext uri="{BB962C8B-B14F-4D97-AF65-F5344CB8AC3E}">
        <p14:creationId xmlns:p14="http://schemas.microsoft.com/office/powerpoint/2010/main" val="1402572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45719" cy="45719"/>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838200" y="1825625"/>
            <a:ext cx="45719" cy="66675"/>
          </a:xfrm>
        </p:spPr>
        <p:txBody>
          <a:bodyPr>
            <a:normAutofit fontScale="25000" lnSpcReduction="20000"/>
          </a:bodyPr>
          <a:lstStyle/>
          <a:p>
            <a:pPr marL="0" indent="0">
              <a:buNone/>
            </a:pPr>
            <a:r>
              <a:rPr lang="en-US" dirty="0" smtClean="0"/>
              <a:t>/</a:t>
            </a:r>
            <a:endParaRPr lang="en-US" dirty="0"/>
          </a:p>
        </p:txBody>
      </p:sp>
      <p:sp>
        <p:nvSpPr>
          <p:cNvPr id="6" name="Rounded Rectangle 5"/>
          <p:cNvSpPr/>
          <p:nvPr/>
        </p:nvSpPr>
        <p:spPr>
          <a:xfrm>
            <a:off x="4660900" y="293370"/>
            <a:ext cx="2311400" cy="850900"/>
          </a:xfrm>
          <a:prstGeom prst="roundRect">
            <a:avLst/>
          </a:prstGeom>
          <a:solidFill>
            <a:schemeClr val="bg1"/>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solidFill>
                  <a:schemeClr val="accent6">
                    <a:lumMod val="50000"/>
                  </a:schemeClr>
                </a:solidFill>
              </a:rPr>
              <a:t>Np-explorer</a:t>
            </a:r>
            <a:endParaRPr lang="en-US" dirty="0">
              <a:solidFill>
                <a:schemeClr val="accent6">
                  <a:lumMod val="50000"/>
                </a:schemeClr>
              </a:solidFill>
            </a:endParaRPr>
          </a:p>
        </p:txBody>
      </p:sp>
      <p:cxnSp>
        <p:nvCxnSpPr>
          <p:cNvPr id="8" name="Straight Arrow Connector 7"/>
          <p:cNvCxnSpPr/>
          <p:nvPr/>
        </p:nvCxnSpPr>
        <p:spPr>
          <a:xfrm flipH="1">
            <a:off x="5956300" y="1091883"/>
            <a:ext cx="12700" cy="406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1384300" y="1485900"/>
            <a:ext cx="0" cy="406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419101" y="1892300"/>
            <a:ext cx="1930399" cy="5969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home</a:t>
            </a:r>
            <a:endParaRPr lang="en-US" dirty="0"/>
          </a:p>
        </p:txBody>
      </p:sp>
      <p:cxnSp>
        <p:nvCxnSpPr>
          <p:cNvPr id="15" name="Straight Connector 14"/>
          <p:cNvCxnSpPr/>
          <p:nvPr/>
        </p:nvCxnSpPr>
        <p:spPr>
          <a:xfrm flipH="1">
            <a:off x="1384300" y="1477804"/>
            <a:ext cx="9931400" cy="341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670300" y="1511935"/>
            <a:ext cx="0" cy="3279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2901947" y="1839913"/>
            <a:ext cx="1727200" cy="5969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events</a:t>
            </a:r>
            <a:endParaRPr lang="en-US" dirty="0"/>
          </a:p>
        </p:txBody>
      </p:sp>
      <p:cxnSp>
        <p:nvCxnSpPr>
          <p:cNvPr id="22" name="Straight Arrow Connector 21"/>
          <p:cNvCxnSpPr/>
          <p:nvPr/>
        </p:nvCxnSpPr>
        <p:spPr>
          <a:xfrm>
            <a:off x="5956300" y="1494869"/>
            <a:ext cx="0" cy="409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5105399" y="1839913"/>
            <a:ext cx="1460500" cy="5969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parks</a:t>
            </a:r>
            <a:endParaRPr lang="en-US" dirty="0"/>
          </a:p>
        </p:txBody>
      </p:sp>
      <p:sp>
        <p:nvSpPr>
          <p:cNvPr id="25" name="Rounded Rectangle 24"/>
          <p:cNvSpPr/>
          <p:nvPr/>
        </p:nvSpPr>
        <p:spPr>
          <a:xfrm>
            <a:off x="7270747" y="1892300"/>
            <a:ext cx="1727200" cy="5969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events</a:t>
            </a:r>
            <a:endParaRPr lang="en-US" dirty="0"/>
          </a:p>
        </p:txBody>
      </p:sp>
      <p:cxnSp>
        <p:nvCxnSpPr>
          <p:cNvPr id="26" name="Straight Arrow Connector 25"/>
          <p:cNvCxnSpPr/>
          <p:nvPr/>
        </p:nvCxnSpPr>
        <p:spPr>
          <a:xfrm>
            <a:off x="8159747" y="1511935"/>
            <a:ext cx="0" cy="3279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10033000" y="1840865"/>
            <a:ext cx="1727200" cy="6223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about</a:t>
            </a:r>
            <a:endParaRPr lang="en-US" b="1" dirty="0"/>
          </a:p>
        </p:txBody>
      </p:sp>
      <p:cxnSp>
        <p:nvCxnSpPr>
          <p:cNvPr id="30" name="Straight Arrow Connector 29"/>
          <p:cNvCxnSpPr/>
          <p:nvPr/>
        </p:nvCxnSpPr>
        <p:spPr>
          <a:xfrm>
            <a:off x="11315700" y="1490504"/>
            <a:ext cx="0" cy="375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3" idx="2"/>
          </p:cNvCxnSpPr>
          <p:nvPr/>
        </p:nvCxnSpPr>
        <p:spPr>
          <a:xfrm flipH="1">
            <a:off x="1384293" y="2489200"/>
            <a:ext cx="8" cy="251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ounded Rectangle 34"/>
          <p:cNvSpPr/>
          <p:nvPr/>
        </p:nvSpPr>
        <p:spPr>
          <a:xfrm>
            <a:off x="552449" y="2738756"/>
            <a:ext cx="1554481"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Scenic photos of national park</a:t>
            </a:r>
            <a:endParaRPr lang="en-US" sz="1600" dirty="0"/>
          </a:p>
        </p:txBody>
      </p:sp>
      <p:cxnSp>
        <p:nvCxnSpPr>
          <p:cNvPr id="38" name="Straight Arrow Connector 37"/>
          <p:cNvCxnSpPr/>
          <p:nvPr/>
        </p:nvCxnSpPr>
        <p:spPr>
          <a:xfrm flipH="1">
            <a:off x="1422389" y="3407412"/>
            <a:ext cx="1" cy="385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ounded Rectangle 39"/>
          <p:cNvSpPr/>
          <p:nvPr/>
        </p:nvSpPr>
        <p:spPr>
          <a:xfrm>
            <a:off x="552449" y="3787301"/>
            <a:ext cx="1663700" cy="660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Top national parks</a:t>
            </a:r>
            <a:endParaRPr lang="en-US" dirty="0"/>
          </a:p>
        </p:txBody>
      </p:sp>
      <p:cxnSp>
        <p:nvCxnSpPr>
          <p:cNvPr id="41" name="Straight Arrow Connector 40"/>
          <p:cNvCxnSpPr/>
          <p:nvPr/>
        </p:nvCxnSpPr>
        <p:spPr>
          <a:xfrm flipH="1">
            <a:off x="1384293" y="4425002"/>
            <a:ext cx="1" cy="385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ounded Rectangle 41"/>
          <p:cNvSpPr/>
          <p:nvPr/>
        </p:nvSpPr>
        <p:spPr>
          <a:xfrm>
            <a:off x="563879" y="4810446"/>
            <a:ext cx="1663700" cy="660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Things to see and do</a:t>
            </a:r>
            <a:endParaRPr lang="en-US" dirty="0"/>
          </a:p>
        </p:txBody>
      </p:sp>
      <p:cxnSp>
        <p:nvCxnSpPr>
          <p:cNvPr id="45" name="Straight Arrow Connector 44"/>
          <p:cNvCxnSpPr>
            <a:stCxn id="42" idx="2"/>
          </p:cNvCxnSpPr>
          <p:nvPr/>
        </p:nvCxnSpPr>
        <p:spPr>
          <a:xfrm>
            <a:off x="1395729" y="5470846"/>
            <a:ext cx="0" cy="345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Rounded Rectangle 45"/>
          <p:cNvSpPr/>
          <p:nvPr/>
        </p:nvSpPr>
        <p:spPr>
          <a:xfrm>
            <a:off x="551181" y="5789304"/>
            <a:ext cx="1555749" cy="4771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conservation</a:t>
            </a:r>
            <a:endParaRPr lang="en-US" dirty="0"/>
          </a:p>
        </p:txBody>
      </p:sp>
      <p:cxnSp>
        <p:nvCxnSpPr>
          <p:cNvPr id="48" name="Straight Connector 47"/>
          <p:cNvCxnSpPr>
            <a:stCxn id="46" idx="2"/>
          </p:cNvCxnSpPr>
          <p:nvPr/>
        </p:nvCxnSpPr>
        <p:spPr>
          <a:xfrm flipH="1">
            <a:off x="1329055" y="6266502"/>
            <a:ext cx="1" cy="324798"/>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329055" y="6584960"/>
            <a:ext cx="3300092" cy="0"/>
          </a:xfrm>
          <a:prstGeom prst="line">
            <a:avLst/>
          </a:prstGeom>
        </p:spPr>
        <p:style>
          <a:lnRef idx="1">
            <a:schemeClr val="accent1"/>
          </a:lnRef>
          <a:fillRef idx="0">
            <a:schemeClr val="accent1"/>
          </a:fillRef>
          <a:effectRef idx="0">
            <a:schemeClr val="accent1"/>
          </a:effectRef>
          <a:fontRef idx="minor">
            <a:schemeClr val="tx1"/>
          </a:fontRef>
        </p:style>
      </p:cxnSp>
      <p:sp>
        <p:nvSpPr>
          <p:cNvPr id="51" name="Rounded Rectangle 50"/>
          <p:cNvSpPr/>
          <p:nvPr/>
        </p:nvSpPr>
        <p:spPr>
          <a:xfrm>
            <a:off x="4584700" y="6422561"/>
            <a:ext cx="1308100" cy="3247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footer</a:t>
            </a:r>
            <a:endParaRPr lang="en-US" dirty="0"/>
          </a:p>
        </p:txBody>
      </p:sp>
    </p:spTree>
    <p:extLst>
      <p:ext uri="{BB962C8B-B14F-4D97-AF65-F5344CB8AC3E}">
        <p14:creationId xmlns:p14="http://schemas.microsoft.com/office/powerpoint/2010/main" val="7804280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243</Words>
  <Application>Microsoft Office PowerPoint</Application>
  <PresentationFormat>Widescreen</PresentationFormat>
  <Paragraphs>32</Paragraphs>
  <Slides>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Agency FB</vt:lpstr>
      <vt:lpstr>Algerian</vt:lpstr>
      <vt:lpstr>Arial</vt:lpstr>
      <vt:lpstr>Arial Narrow</vt:lpstr>
      <vt:lpstr>Brush Script MT</vt:lpstr>
      <vt:lpstr>Calibri</vt:lpstr>
      <vt:lpstr>Calibri Light</vt:lpstr>
      <vt:lpstr>Office Theme</vt:lpstr>
      <vt:lpstr>User  Guide</vt:lpstr>
      <vt:lpstr>.</vt:lpstr>
      <vt:lpstr>.</vt:lpstr>
      <vt:lpst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SITE MAP</dc:title>
  <dc:creator>Admin</dc:creator>
  <cp:lastModifiedBy>Admin</cp:lastModifiedBy>
  <cp:revision>6</cp:revision>
  <dcterms:created xsi:type="dcterms:W3CDTF">2026-01-08T15:56:34Z</dcterms:created>
  <dcterms:modified xsi:type="dcterms:W3CDTF">2026-01-09T11:10:46Z</dcterms:modified>
</cp:coreProperties>
</file>